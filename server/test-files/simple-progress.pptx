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CMPS 453 Progress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Student: M34538:name (M34538:CID)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Email: M34538:email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Progress: Completed 3 of 4 assignments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2026-01-25T22:58:02Z</dcterms:created>
  <dcterms:modified xsi:type="dcterms:W3CDTF">2026-01-25T22:58:02Z</dcterms:modified>
</cp:coreProperties>
</file>