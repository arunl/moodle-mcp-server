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CMPS453 Course Progress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January 25,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5A5A6"/>
                </a:solidFill>
              </a:rPr>
              <a:t>Prepared by: M5741:name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42 students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 enrolled in CMPS453
</a:t>
            </a:r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Top Performers: 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M34538:name and M18275:name
</a:t>
            </a:r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Most Active: 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M19280:name with 10 forum replies
</a:t>
            </a:r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Instructor: 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M5741:name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🏆 Top Performers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32004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Replies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🥇 1st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M19280:name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M19280:email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🥈 2nd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M18275:name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M18275:email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🥉 3rd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M40419:name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M40419:email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⚠️ Non-Participants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Students who have NOT posted in the Self-Introduction forum: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M19009:name — M19009:email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M1942:name — M1942:email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M35227:name — M35227:email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M20896:name — M20896:email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• M65419:name — M65419:email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59B6"/>
                </a:solidFill>
              </a:rPr>
              <a:t>👥 Team Assignments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Team Alpha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Lead: M34538:name (M34538:CID)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Member: M41292:name (M41292:CID)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Member: M33324:name (M33324:CID)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Team Beta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Lead: M40240:name (M40240:CID)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Member: M54580:name (M54580:CID)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</a:rPr>
              <a:t>Member: M52118:name (M52118:CID)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📋 Grade Summary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 ID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HW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Forum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M34538:CID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M34538:name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97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M18275:CID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M18275:name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M41292:CID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M41292:name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89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M40240:CID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M40240:name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89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</a:rPr>
              <a:t>Contact: M5741:email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5A5A6"/>
                </a:solidFill>
              </a:rPr>
              <a:t>Report prepared by M5741:name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CMPS453 Course Progress Report</dc:title>
  <dc:subject>Course Progress</dc:subject>
  <dc:creator>M5741:name</dc:creator>
  <cp:lastModifiedBy>M5741:name</cp:lastModifiedBy>
  <cp:revision>1</cp:revision>
  <dcterms:created xsi:type="dcterms:W3CDTF">2026-01-25T21:02:52Z</dcterms:created>
  <dcterms:modified xsi:type="dcterms:W3CDTF">2026-01-25T21:02:52Z</dcterms:modified>
</cp:coreProperties>
</file>